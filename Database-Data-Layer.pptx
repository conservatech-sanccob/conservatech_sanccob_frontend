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to 0:20
- The data layer: modelling, relationships, queries
- PostgreSQL on Neon
- ASP.NET backend talks to it through EF Core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 to 1:00
- Database-first: schema in PostgreSQL, I scaffolded the C# model
- user = admin, trainer or volunteer; volunteers get a profile table
- Shifts grouped into weekly rosters
- roster_assignment puts a volunteer on a shift
- Training tracked per skill; skills can be required for shifts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to 1:40
- 1:0..1: volunteer and attendance reuse the parent's key; no duplicate profile possible
- 1:N: roster with many assignments
- M:N pure join: shift to skill
- M:N with payload: volunteer to skill carries status, trainer, date; composite key
- Deletes restricted: NO ACTION foreign keys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1:40 to 2:15
- Database enforces simple facts: unique email, no double-booking (unique roster+shift+volunteer), CHECKs on every status
- Logic rules live in C#: capacity, 40-hour week, required 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2:15 to 2:45
- All LINQ, never raw SQL; EF sends parameterised SQL
- Include: roster with assignments and their shifts
- Most-filtered foreign keys are indexed (user and shift on roster_assignment)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 to 3:00
- Passwords: salted PBKDF2
- Connection string never in the repo
- Lesson: no migrations = drift; next, baseline migrations
- Thanks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·  DATA LAYER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7830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Layer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926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SANCCOB's data is modelled, related and queried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18 on Neon  ·  EF Core 8  ·  database-first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meets at roster_assignment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0" y="1883664"/>
            <a:ext cx="1019556" cy="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39312" y="16002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963924" y="16002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94476" y="2304288"/>
            <a:ext cx="0" cy="41148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85916" y="23042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185916" y="24780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131552" y="2304288"/>
            <a:ext cx="0" cy="41148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22992" y="23042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22992" y="24780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3136392"/>
            <a:ext cx="1019556" cy="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39312" y="28529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63924" y="28529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03236" y="3136392"/>
            <a:ext cx="1019556" cy="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76388" y="28529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28529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31552" y="3557016"/>
            <a:ext cx="0" cy="41148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222992" y="355701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222992" y="3730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94476" y="3557016"/>
            <a:ext cx="0" cy="41148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85916" y="355701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85916" y="3730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4224528"/>
            <a:ext cx="1019556" cy="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39312" y="3941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963924" y="3941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5641848"/>
            <a:ext cx="502920" cy="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9080" y="4572000"/>
            <a:ext cx="0" cy="1069848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9080" y="4572000"/>
            <a:ext cx="516636" cy="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39312" y="53583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963924" y="46177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94476" y="4809744"/>
            <a:ext cx="0" cy="41148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85916" y="48097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185916" y="49834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03236" y="5641848"/>
            <a:ext cx="1019556" cy="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76388" y="53583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001000" y="53583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131552" y="4809744"/>
            <a:ext cx="0" cy="411480"/>
          </a:xfrm>
          <a:prstGeom prst="line">
            <a:avLst/>
          </a:prstGeom>
          <a:noFill/>
          <a:ln w="15875">
            <a:solidFill>
              <a:srgbClr val="93ACC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222992" y="48097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222992" y="49834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1463040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1520" y="153619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user_id, created_at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4585716" y="1463040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768596" y="153619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user_id · email UNIQUE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8622792" y="1463040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805672" y="153619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trainer_id · status CHECK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548640" y="2715768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31520" y="278892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volunteer_availability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day_of_week, time_slot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4585716" y="2715768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768596" y="278892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+ FK user_id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8622792" y="2715768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805672" y="278892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volunteer_skill_progress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(user_id, skill_id)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548640" y="3968496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31520" y="404164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+ FK assignment id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4585716" y="3968496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A3D63"/>
          </a:solidFill>
          <a:ln w="25400">
            <a:solidFill>
              <a:srgbClr val="F6AE2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768596" y="404164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roster_assignment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(roster, shift, user)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8622792" y="3968496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805672" y="404164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skill_id · category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548640" y="5221224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31520" y="529437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dates · status CHECK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4585716" y="5221224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768596" y="529437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time_slot, capacity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8622792" y="5221224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805672" y="529437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shift_required_skill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(shift_id, skill_id)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relationship, chosen on purpose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10048" cy="2148840"/>
          </a:xfrm>
          <a:prstGeom prst="roundRect">
            <a:avLst>
              <a:gd name="adj" fmla="val 510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: 0..1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645920"/>
            <a:ext cx="385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primary key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B1D33"/>
          </a:solidFill>
          <a:ln w="12700">
            <a:solidFill>
              <a:srgbClr val="5ED3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29888" y="228600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B1D33"/>
          </a:solidFill>
          <a:ln w="12700">
            <a:solidFill>
              <a:srgbClr val="5ED3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29888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2491740"/>
            <a:ext cx="1752448" cy="0"/>
          </a:xfrm>
          <a:prstGeom prst="line">
            <a:avLst/>
          </a:prstGeom>
          <a:noFill/>
          <a:ln w="19050">
            <a:solidFill>
              <a:srgbClr val="5ED3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77440" y="2011680"/>
            <a:ext cx="175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key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83464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child's key IS the parent's key, so a second profile per user is impossible. Same for attendance.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33008" y="1417320"/>
            <a:ext cx="5410048" cy="2148840"/>
          </a:xfrm>
          <a:prstGeom prst="roundRect">
            <a:avLst>
              <a:gd name="adj" fmla="val 510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1608" y="164592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1608" y="16459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: 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04608" y="1645920"/>
            <a:ext cx="385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foreign key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61608" y="228600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B1D33"/>
          </a:solidFill>
          <a:ln w="12700">
            <a:solidFill>
              <a:srgbClr val="5ED3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1608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14255" y="228600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B1D33"/>
          </a:solidFill>
          <a:ln w="12700">
            <a:solidFill>
              <a:srgbClr val="5ED3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14255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roster_assignment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61808" y="2491740"/>
            <a:ext cx="1752448" cy="0"/>
          </a:xfrm>
          <a:prstGeom prst="line">
            <a:avLst/>
          </a:prstGeom>
          <a:noFill/>
          <a:ln w="19050">
            <a:solidFill>
              <a:srgbClr val="5ED3C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61808" y="2011680"/>
            <a:ext cx="175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roster_id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461608" y="283464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roster holds many assignments. Most of these foreign keys are indexed.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02336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0233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: 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920240" y="4023360"/>
            <a:ext cx="385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join table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7240" y="466344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B1D33"/>
          </a:solidFill>
          <a:ln w="12700">
            <a:solidFill>
              <a:srgbClr val="5ED3C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663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29888" y="466344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B1D33"/>
          </a:solidFill>
          <a:ln w="12700">
            <a:solidFill>
              <a:srgbClr val="5ED3C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29888" y="4663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77440" y="4869180"/>
            <a:ext cx="1752448" cy="0"/>
          </a:xfrm>
          <a:prstGeom prst="line">
            <a:avLst/>
          </a:prstGeom>
          <a:noFill/>
          <a:ln w="19050">
            <a:solidFill>
              <a:srgbClr val="5ED3C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377440" y="4389120"/>
            <a:ext cx="175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shift_required_skill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21208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shift_required_skill has only the two keys, so EF Core maps it with skip navigations.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61608" y="402336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61608" y="40233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: 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604608" y="4023360"/>
            <a:ext cx="385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with its own data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6461608" y="466344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B1D33"/>
          </a:solidFill>
          <a:ln w="12700">
            <a:solidFill>
              <a:srgbClr val="5ED3C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61608" y="4663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814255" y="466344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B1D33"/>
          </a:solidFill>
          <a:ln w="12700">
            <a:solidFill>
              <a:srgbClr val="5ED3C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814255" y="4663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61808" y="4869180"/>
            <a:ext cx="1752448" cy="0"/>
          </a:xfrm>
          <a:prstGeom prst="line">
            <a:avLst/>
          </a:prstGeom>
          <a:noFill/>
          <a:ln w="19050">
            <a:solidFill>
              <a:srgbClr val="5ED3C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61808" y="4389120"/>
            <a:ext cx="175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volunteer_skill_progress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6461608" y="521208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volunteer_skill_progress adds status, trainer and sign-off date, so it's a full entity with a composite key.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are restricted: </a:t>
            </a:r>
            <a:pPr indent="0" marL="0">
              <a:buNone/>
            </a:pP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foreign key is NO ACTION, so you can't delete a shift that still has volunteers on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database enforce what it can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675120" cy="3166872"/>
          </a:xfrm>
          <a:prstGeom prst="roundRect">
            <a:avLst>
              <a:gd name="adj" fmla="val 231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667512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667512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4173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in the live database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Neon · CHECKs shown simplified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" y="2796540"/>
            <a:ext cx="6601968" cy="368808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874520"/>
            <a:ext cx="6400800" cy="2581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user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'trainer'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'volunteer'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roster_assignment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'assigned'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'vacant'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'conflict'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volunteer_skill_progress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push_token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1417320"/>
            <a:ext cx="4144975" cy="2331720"/>
          </a:xfrm>
          <a:prstGeom prst="roundRect">
            <a:avLst>
              <a:gd name="adj" fmla="val 392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55448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enforces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1965960"/>
            <a:ext cx="37334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emails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 in a roster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valid statuses (6 CHECKs)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orphan rows (14 foreign keys)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3977640"/>
            <a:ext cx="4144975" cy="2331720"/>
          </a:xfrm>
          <a:prstGeom prst="roundRect">
            <a:avLst>
              <a:gd name="adj" fmla="val 392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411480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services enforce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4526280"/>
            <a:ext cx="37334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capacity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hours, 5 days a week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 to book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order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in, parameterised SQL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10048" cy="1549146"/>
          </a:xfrm>
          <a:prstGeom prst="roundRect">
            <a:avLst>
              <a:gd name="adj" fmla="val 4722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410048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5410048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417320"/>
            <a:ext cx="513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(LINQ)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simplified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" y="1874520"/>
            <a:ext cx="5336896" cy="38557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874520"/>
            <a:ext cx="5135728" cy="96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Rosters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=&gt;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RosterAssignments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.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ThenInclude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=&gt;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=&gt;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==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UserRole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SQL: WHERE role = 'volunteer'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833753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8337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412111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4121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141732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3008" y="1417320"/>
            <a:ext cx="5410048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1581912"/>
            <a:ext cx="5410048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97600" y="1417320"/>
            <a:ext cx="513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 on our schema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capacity check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9584" y="2612136"/>
            <a:ext cx="5336896" cy="184404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15888" y="1874520"/>
            <a:ext cx="5135728" cy="1106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shift_date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roster_assignment_id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booked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roster_assignment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'assigned'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shift_id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95848" y="2567178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95848" y="25671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61188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3557016"/>
            <a:ext cx="27288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loading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loads a roster with its assignments and shifts in one go. No lazy loading.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38218" y="34290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1098" y="361188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2109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60010" y="3557016"/>
            <a:ext cx="27288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raw SQL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becomes a parameter like @p0, never part of the SQL text, so it can't be injected.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27797" y="34290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10677" y="361188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10677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49589" y="3557016"/>
            <a:ext cx="27288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foreign keys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shift_id and roster_id on roster_assignment are indexed, so lookups skip full scans.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LESSONS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default, with one big lesson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196596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2203704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35915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19072" y="2075688"/>
            <a:ext cx="2286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PBKDF2, never plain text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434840" y="196596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36008" y="2203704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35915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22392" y="2075688"/>
            <a:ext cx="2286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out of git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 lives in config only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196596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339328" y="2203704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235915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125712" y="2075688"/>
            <a:ext cx="2286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SQL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parameterised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731520" y="3291840"/>
            <a:ext cx="10835640" cy="777240"/>
          </a:xfrm>
          <a:prstGeom prst="roundRect">
            <a:avLst>
              <a:gd name="adj" fmla="val 11765"/>
            </a:avLst>
          </a:prstGeom>
          <a:solidFill>
            <a:srgbClr val="1A3D63"/>
          </a:solidFill>
          <a:ln w="19050">
            <a:solidFill>
              <a:srgbClr val="F6AE2D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960120" y="329184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pPr indent="0" marL="0">
              <a:buNone/>
            </a:pPr>
            <a:r>
              <a:rPr lang="en-US" sz="15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migrations the code and database drifted apart. Next step: baseline EF Core migrations.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Data Layer</dc:title>
  <dc:subject>PptxGenJS Presentation</dc:subject>
  <dc:creator>PptxGenJS</dc:creator>
  <cp:lastModifiedBy>PptxGenJS</cp:lastModifiedBy>
  <cp:revision>1</cp:revision>
  <dcterms:created xsi:type="dcterms:W3CDTF">2026-10-01T20:14:32Z</dcterms:created>
  <dcterms:modified xsi:type="dcterms:W3CDTF">2026-10-01T20:14:32Z</dcterms:modified>
</cp:coreProperties>
</file>
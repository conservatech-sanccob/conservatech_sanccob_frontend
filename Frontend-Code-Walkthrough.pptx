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0:30
- Pick up from the demo: you've seen how it looks and works
- Now: how it's built, how it's organised, how it talks to the backend
- I wrote most of the mobile app's code, so I'll walk through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 to 1:20 (show package.json, then tsconfig.json)
- React Native + Expo, written in TypeScript
- Main pieces: Expo SDK 57, Expo Router, SecureStore
- Why React Native: one codebase, and the admin dashboard is also React
- Point at strict: true. Early bugs were backend mismatches; strict types catch them in the editor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 to 2:30 (expand src/ one folder at a time)
- Everything lives in src
- app = screens, file-based routing
- components = reusable UI
- services = one file per backend resource
- utils = API wrapper, dates, navigation helpers, colours
- Also types and constants
- The rule: screens never call the network directly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in 1:20 to 2:30 (expand src/app)
- (tabs) = the bottom tab bar, one folder per tab
- Trainer screens at the root: trainers don't use the volunteer tabs
- request-change at the root: opens on top of any tab, Back goes straight back there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1:20 to 2:30
- A screen calls a service, the service calls one wrapper
- Services: one per resource, only they know endpoints
- Payoff: URL or login change = one file, not thirty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 to 3:50 (open api.ts, scroll from the top)
- Most important file: the only place that calls fetch
- 1: missing URL fails at startup
- 2: token read from SecureStore, encrypted by the keychain
- 3: Bearer header attached for every request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2:30 to 3:50 (point to the 401 handling)
- Session expired: clear token, back to login, handled once
- Trainers land on Welcome
- Login passes skipSessionRedirect: a 401 there = wrong password
- Real bug: wrong password redirected Login onto itself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2:30 to 3:50 (point to getErrorMessage)
- Decides what users see
- 4xx e.g. shift full: show the backend's message
- 5xx: never shown, can contain stack traces and database details
- UX decision and security decision at once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3:50 to 4:40 (vacancies.ts, then bookings/index.tsx)
- Service: endpoint + return type, that's it
- No Redux or global store; each screen owns its state
- Data changes because of other people (admins, other volunteers)
- 1: useFocusEffect re-fetches when you come back
- 2: Promise.all loads both lists together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3:50 to 4:40 (point to the booking handler)
- After booking we don't guess the new state
- 1: re-fetch both lists from the server
- 2: rejected booking explains why and refreshes
- 3: expired session stays quiet, already redirected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4:40 to 5:40 (open _layout.tsx)
- Runs when the app starts, checks for a saved token
- Also checks the role: trainer sessions are cleared, never restored
- Trainers share one tablet; next person must not inherit trainer powers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4:40 to 5:40 (open useTrainerSignOut, then training.ts)
- 1: swiping back or Android Back on the dashboard is intercepted
- 2: asks to log out first
- 3: sign-off sends only skillId; backend gets the trainer from the token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5:40 to 6:15 (timeSlot or dateBuckets, then profile.tsx)
- 1: date strings read as UTC midnight can shift a day; we parse in local time
- 2: a shift has ended at its end time, not just its date
- 3: Profile and Availability won't save if loading failed, otherwise you could wipe real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6:15 to 6:45 (show __tests__, run npx jest)
- Jest + React Native Testing Library
- 120 tests passing in 22 suites
- Covers the API wrapper, date logic, main screens
- Navigation tests use our real tab and stack layouts
- TypeScript check is clean too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6:45 to 7:00
- Not perfect: no caching or offline mode yet
- React Query is the next step
- Server stays the source of truth, errors handled in one place
- Every decision ties back to how SANCCOB works. Thanks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VOLUNTEER MOBILE APP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SANCCOB volunteer app is built: the structure, the data flow and the decisions behind them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Native  ·  Expo SDK 57  ·  TypeScript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TypeScript codebase for iOS and Android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5049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0.86 + Expo SDK 57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both platforms. Same React thinking as our Next.js admin dashboard.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66928" cy="566928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83921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navigation: the folder structure is the navigation structure.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027932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840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SecureStore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login token encrypted, in the phone's keychain or keystore.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216652"/>
            <a:ext cx="283464" cy="2834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strict mode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mismatches show up in the editor, not as crashes.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0" y="1463040"/>
            <a:ext cx="5239512" cy="2798064"/>
          </a:xfrm>
          <a:prstGeom prst="roundRect">
            <a:avLst>
              <a:gd name="adj" fmla="val 261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00800" y="1463040"/>
            <a:ext cx="5239512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400800" y="1627632"/>
            <a:ext cx="5239512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565392" y="1463040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volunteer-mobile-app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1920240"/>
            <a:ext cx="4965192" cy="221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"expo"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"~57.0.17"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"expo-router"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"~57.0.17"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"expo-secure-store"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"~57.0.3"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"react"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"19.2.3"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"react-native"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"0.86.3"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"devDependencies"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"typescript"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"~6.0.3"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0" y="4535424"/>
            <a:ext cx="5239512" cy="1507236"/>
          </a:xfrm>
          <a:prstGeom prst="roundRect">
            <a:avLst>
              <a:gd name="adj" fmla="val 485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0" y="4535424"/>
            <a:ext cx="5239512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0" y="4700016"/>
            <a:ext cx="5239512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565392" y="4535424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tsconfig.json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volunteer-mobile-app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37376" y="5545836"/>
            <a:ext cx="5166360" cy="184404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46520" y="4992624"/>
            <a:ext cx="365760" cy="92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040880" y="4992624"/>
            <a:ext cx="4507992" cy="92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"extends"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"expo/tsconfig.base"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"compilerOptions"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"strict"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263640" y="5500878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263640" y="55008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has one obvious home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2932176"/>
          </a:xfrm>
          <a:prstGeom prst="roundRect">
            <a:avLst>
              <a:gd name="adj" fmla="val 249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29184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329184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630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624328"/>
            <a:ext cx="3218688" cy="46939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3328416"/>
            <a:ext cx="3218688" cy="23469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3797808"/>
            <a:ext cx="3218688" cy="23469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920240"/>
            <a:ext cx="3017520" cy="2346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__tests__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  <a:p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48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1463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691640"/>
            <a:ext cx="502920" cy="502920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138" y="181737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074920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Screens. Every file is a screen and the folders are the navigation.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0" y="14630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02168" y="1691640"/>
            <a:ext cx="502920" cy="502920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898" y="181737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869680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UI: the shift card, the dropdown, the error fallback screen.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206240" y="30632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407408" y="3291840"/>
            <a:ext cx="502920" cy="502920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138" y="341757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74920" y="32461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backend resource. The only place endpoint URLs live.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001000" y="30632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02168" y="3291840"/>
            <a:ext cx="502920" cy="502920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898" y="341757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869680" y="32461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logic: the API wrapper, dates, navigation helpers, colour tokens.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4206240" y="4800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buNone/>
            </a:pPr>
            <a:r>
              <a:rPr lang="en-US" sz="13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</a:t>
            </a:r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shared TypeScript types   ·   </a:t>
            </a:r>
            <a:pPr indent="0" marL="0">
              <a:buNone/>
            </a:pPr>
            <a:r>
              <a:rPr lang="en-US" sz="13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constants/</a:t>
            </a:r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fixed values   ·   </a:t>
            </a:r>
            <a:pPr indent="0" marL="0">
              <a:buNone/>
            </a:pPr>
            <a:r>
              <a:rPr lang="en-US" sz="13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__tests__/</a:t>
            </a:r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tests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206240" y="5440680"/>
            <a:ext cx="7406640" cy="777240"/>
          </a:xfrm>
          <a:prstGeom prst="roundRect">
            <a:avLst>
              <a:gd name="adj" fmla="val 11765"/>
            </a:avLst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434840" y="54406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</a:t>
            </a:r>
            <a:pPr indent="0" marL="0">
              <a:buNone/>
            </a:pPr>
            <a:r>
              <a:rPr lang="en-US" sz="14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never call the network. A screen calls a service, and a service calls one wrapper file.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are files, folders are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885182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365760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033778"/>
            <a:ext cx="3584448" cy="2388870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74520"/>
            <a:ext cx="3383280" cy="4299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)/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_layout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_layout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_layout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_layout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_layout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forgot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[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volunteerId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" y="5218938"/>
            <a:ext cx="3584448" cy="159258"/>
          </a:xfrm>
          <a:prstGeom prst="rect">
            <a:avLst/>
          </a:prstGeom>
          <a:solidFill>
            <a:srgbClr val="F6AE2D">
              <a:alpha val="22000"/>
            </a:srgbClr>
          </a:solidFill>
          <a:ln w="12700">
            <a:solidFill>
              <a:srgbClr val="F6AE2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5378196"/>
            <a:ext cx="3584448" cy="796290"/>
          </a:xfrm>
          <a:prstGeom prst="rect">
            <a:avLst/>
          </a:prstGeom>
          <a:solidFill>
            <a:srgbClr val="5AA9E6">
              <a:alpha val="20000"/>
            </a:srgbClr>
          </a:solidFill>
          <a:ln w="12700">
            <a:solidFill>
              <a:srgbClr val="5AA9E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417320"/>
            <a:ext cx="7068312" cy="1325880"/>
          </a:xfrm>
          <a:prstGeom prst="roundRect">
            <a:avLst>
              <a:gd name="adj" fmla="val 689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673352"/>
            <a:ext cx="237744" cy="237744"/>
          </a:xfrm>
          <a:prstGeom prst="ellipse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581912"/>
            <a:ext cx="6263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volunteer tab bar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(tabs)/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per tab: home, bookings (Shifts), progress (Training) and profile. Each tab has its own stack.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7068312" cy="1325880"/>
          </a:xfrm>
          <a:prstGeom prst="roundRect">
            <a:avLst>
              <a:gd name="adj" fmla="val 689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3182112"/>
            <a:ext cx="237744" cy="237744"/>
          </a:xfrm>
          <a:prstGeom prst="ellipse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090672"/>
            <a:ext cx="6263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screens, at the root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A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trainer-*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never see the volunteer tabs, so their screens sit outside (tabs). The [volunteerId] file is a dynamic route.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4434840"/>
            <a:ext cx="7068312" cy="1325880"/>
          </a:xfrm>
          <a:prstGeom prst="roundRect">
            <a:avLst>
              <a:gd name="adj" fmla="val 689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4690872"/>
            <a:ext cx="237744" cy="237744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4599432"/>
            <a:ext cx="6263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Cancel, at the root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6A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request-change.tsx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on top of whichever tab you were on, so Back returns exactly where you started.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943600"/>
            <a:ext cx="7068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screens </a:t>
            </a:r>
            <a:pPr indent="0" marL="0"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(index, login, activate, forgot-password) also sit at the root, before you're signed 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never call fetch. Exactly one file does.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783080"/>
            <a:ext cx="640080" cy="64008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state, loading and errors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0" y="2583180"/>
            <a:ext cx="467258" cy="0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84778" y="155448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07738" y="1783080"/>
            <a:ext cx="640080" cy="64008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58" y="19431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84778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484778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src/services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621938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paths and types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862218" y="2583180"/>
            <a:ext cx="467258" cy="0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420917" y="155448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1A3D63"/>
          </a:solidFill>
          <a:ln w="19050">
            <a:solidFill>
              <a:srgbClr val="F6AE2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43877" y="1783080"/>
            <a:ext cx="640080" cy="64008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897" y="19431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20917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wrapper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420917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A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src/utils/api.ts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558077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401s, errors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798357" y="2583180"/>
            <a:ext cx="467258" cy="0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357055" y="1554480"/>
            <a:ext cx="2286000" cy="2057400"/>
          </a:xfrm>
          <a:prstGeom prst="roundRect">
            <a:avLst>
              <a:gd name="adj" fmla="val 533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180015" y="1783080"/>
            <a:ext cx="640080" cy="64008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0035" y="194310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57055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357055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 on Azure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9494215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over HTTPS, JSON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src/services/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48640" y="434340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48640" y="434340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auth.ts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2804099" y="434340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804099" y="434340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availability.ts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5059558" y="434340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059558" y="434340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changeRequests.ts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315017" y="434340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315017" y="434340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notifications.ts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9570476" y="434340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570476" y="434340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profile.ts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548640" y="484632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48640" y="484632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pushNotifications.ts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2804099" y="484632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2804099" y="484632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shifts.ts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5059558" y="484632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059558" y="484632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trainers.ts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7315017" y="484632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315017" y="484632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training.ts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9570476" y="4846320"/>
            <a:ext cx="2072579" cy="384048"/>
          </a:xfrm>
          <a:prstGeom prst="roundRect">
            <a:avLst>
              <a:gd name="adj" fmla="val 1904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570476" y="4846320"/>
            <a:ext cx="20725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vacancies.ts</a:t>
            </a:r>
            <a:endParaRPr lang="en-US" sz="1150" dirty="0"/>
          </a:p>
        </p:txBody>
      </p:sp>
      <p:sp>
        <p:nvSpPr>
          <p:cNvPr id="52" name="Text 46"/>
          <p:cNvSpPr txBox="1"/>
          <p:nvPr/>
        </p:nvSpPr>
        <p:spPr>
          <a:xfrm>
            <a:off x="548640" y="553212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or login changes  →  </a:t>
            </a:r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1 file</a:t>
            </a:r>
            <a:endParaRPr lang="en-US" sz="1400" dirty="0"/>
          </a:p>
        </p:txBody>
      </p:sp>
      <p:sp>
        <p:nvSpPr>
          <p:cNvPr id="53" name="Text 47"/>
          <p:cNvSpPr txBox="1"/>
          <p:nvPr/>
        </p:nvSpPr>
        <p:spPr>
          <a:xfrm>
            <a:off x="4338218" y="553212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endpoint path changes  →  </a:t>
            </a:r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1 service</a:t>
            </a:r>
            <a:endParaRPr lang="en-US" sz="1400" dirty="0"/>
          </a:p>
        </p:txBody>
      </p:sp>
      <p:sp>
        <p:nvSpPr>
          <p:cNvPr id="54" name="Text 48"/>
          <p:cNvSpPr txBox="1"/>
          <p:nvPr/>
        </p:nvSpPr>
        <p:spPr>
          <a:xfrm>
            <a:off x="8127797" y="553212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screen  →  </a:t>
            </a:r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 service, not HTTP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SRC/UTILS/API.TS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file that talks to the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3753612"/>
          </a:xfrm>
          <a:prstGeom prst="roundRect">
            <a:avLst>
              <a:gd name="adj" fmla="val 1949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1094415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1094415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src/utils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1874520"/>
            <a:ext cx="11021263" cy="352044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3282696"/>
            <a:ext cx="11021263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3634740"/>
            <a:ext cx="11021263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4338828"/>
            <a:ext cx="11021263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874520"/>
            <a:ext cx="365760" cy="316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874520"/>
            <a:ext cx="10362895" cy="316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EXPO_PUBLIC_API_URL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"EXPO_PUBLIC_API_URL is not set. Copy volunteer-mobile-app/.env.example to .env and fill it in."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);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RequestInit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{},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RequestConfig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{}):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 {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SecureStore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getItemAsync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TOKEN_KEY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`${BASE_URL}${path}`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{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...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{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...(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? {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`Bearer ${token}`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 : {}),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...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},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});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001393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0013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33547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2335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289679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42896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5252"/>
            <a:ext cx="3515258" cy="955548"/>
          </a:xfrm>
          <a:prstGeom prst="roundRect">
            <a:avLst>
              <a:gd name="adj" fmla="val 956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6281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6281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5573268"/>
            <a:ext cx="272887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fast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URL means the app stops at startup, instead of quietly calling nowhere.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38218" y="5445252"/>
            <a:ext cx="3515258" cy="955548"/>
          </a:xfrm>
          <a:prstGeom prst="roundRect">
            <a:avLst>
              <a:gd name="adj" fmla="val 956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1098" y="56281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1098" y="56281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60010" y="5573268"/>
            <a:ext cx="272887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from SecureStore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every request from encrypted storage, not plain-text AsyncStorage.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27797" y="5445252"/>
            <a:ext cx="3515258" cy="955548"/>
          </a:xfrm>
          <a:prstGeom prst="roundRect">
            <a:avLst>
              <a:gd name="adj" fmla="val 956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10677" y="56281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10677" y="56281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49589" y="5573268"/>
            <a:ext cx="2728874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header added here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it automatically, so no screen ever handles auth.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401 handler for the whole app, with one exception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583680" cy="2261616"/>
          </a:xfrm>
          <a:prstGeom prst="roundRect">
            <a:avLst>
              <a:gd name="adj" fmla="val 323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58368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658368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src/utils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499360"/>
            <a:ext cx="6510528" cy="167640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3002280"/>
            <a:ext cx="6510528" cy="167640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28800"/>
            <a:ext cx="36576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28800"/>
            <a:ext cx="5852160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RequestConfig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skipSessionRedirect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?: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===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&amp;&amp; !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skipSessionRedirect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getSessionRole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clearToken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resetTo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===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"trainer"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?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: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"/login"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SessionExpiredError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46020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446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48940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948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07536"/>
            <a:ext cx="6583680" cy="2093976"/>
          </a:xfrm>
          <a:prstGeom prst="roundRect">
            <a:avLst>
              <a:gd name="adj" fmla="val 349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07536"/>
            <a:ext cx="658368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72128"/>
            <a:ext cx="658368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90753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src/services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216" y="5035296"/>
            <a:ext cx="6510528" cy="167640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364736"/>
            <a:ext cx="365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  <a:p>
            <a:pPr algn="r"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364736"/>
            <a:ext cx="585216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AuthResponse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"/api/auth/login"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},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skipSessionRedirect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);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saveToken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981956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4981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1371600"/>
            <a:ext cx="4236415" cy="1325880"/>
          </a:xfrm>
          <a:prstGeom prst="roundRect">
            <a:avLst>
              <a:gd name="adj" fmla="val 689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15544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28432" y="1499616"/>
            <a:ext cx="345003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401 = session expired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token once, here, for every screen in the app.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2926080"/>
            <a:ext cx="4236415" cy="1325880"/>
          </a:xfrm>
          <a:prstGeom prst="roundRect">
            <a:avLst>
              <a:gd name="adj" fmla="val 689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310896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028432" y="3054096"/>
            <a:ext cx="345003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place to land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go to Login. Trainers go to Welcome, since they sign in with the PIN.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06640" y="3907536"/>
            <a:ext cx="4236415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4090416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0" y="4090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028432" y="4035552"/>
            <a:ext cx="3450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opts out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401 there means a wrong password, not an expired session. A real bug we fixed: it used to redirect Login onto itself.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ERROR MESSAGES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only see messages written for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1741932"/>
          </a:xfrm>
          <a:prstGeom prst="roundRect">
            <a:avLst>
              <a:gd name="adj" fmla="val 4199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1094415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1094415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src/utils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067306"/>
            <a:ext cx="11021263" cy="38557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2645664"/>
            <a:ext cx="11021263" cy="19278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74520"/>
            <a:ext cx="3657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74520"/>
            <a:ext cx="10362895" cy="1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getErrorMessage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ApiError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&amp;&amp;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&gt;=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&amp;&amp;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&lt;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&amp;&amp;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backendMessage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backendMessage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026539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0265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04897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6048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5012"/>
            <a:ext cx="5410048" cy="2830068"/>
          </a:xfrm>
          <a:prstGeom prst="roundRect">
            <a:avLst>
              <a:gd name="adj" fmla="val 387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81044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81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35728" y="372618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460" y="3867912"/>
            <a:ext cx="283464" cy="28346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34440" y="3707892"/>
            <a:ext cx="376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4xx: the request was wrong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backend's message. It's written for users.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22960" y="4759452"/>
            <a:ext cx="4861408" cy="1321308"/>
          </a:xfrm>
          <a:prstGeom prst="roundRect">
            <a:avLst>
              <a:gd name="adj" fmla="val 6920"/>
            </a:avLst>
          </a:prstGeom>
          <a:solidFill>
            <a:srgbClr val="0B1D33"/>
          </a:solidFill>
          <a:ln w="15875">
            <a:solidFill>
              <a:srgbClr val="5ED3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4759452"/>
            <a:ext cx="4495648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SEES, E.G.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shift is full.”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33008" y="3525012"/>
            <a:ext cx="5410048" cy="2830068"/>
          </a:xfrm>
          <a:prstGeom prst="roundRect">
            <a:avLst>
              <a:gd name="adj" fmla="val 387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61608" y="3781044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61608" y="3781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820095" y="372618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827" y="3867912"/>
            <a:ext cx="283464" cy="28346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918808" y="3707892"/>
            <a:ext cx="3764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5xx: the server broke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 the body. It can hold stack traces and SQL.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507328" y="4759452"/>
            <a:ext cx="4861408" cy="1321308"/>
          </a:xfrm>
          <a:prstGeom prst="roundRect">
            <a:avLst>
              <a:gd name="adj" fmla="val 6920"/>
            </a:avLst>
          </a:prstGeom>
          <a:solidFill>
            <a:srgbClr val="0B1D33"/>
          </a:solidFill>
          <a:ln w="15875">
            <a:solidFill>
              <a:srgbClr val="F6AE2D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690208" y="4759452"/>
            <a:ext cx="4495648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THE FALLBACK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went wrong. Try again in a moment.”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SERVICE TO SCREEN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service, and a screen that re-fetches on focus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1138428"/>
          </a:xfrm>
          <a:prstGeom prst="roundRect">
            <a:avLst>
              <a:gd name="adj" fmla="val 642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66928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566928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src/services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365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74520"/>
            <a:ext cx="493776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getVacancies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 {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Vacancy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[]&gt;(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"/api/vacancies"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417320"/>
            <a:ext cx="5150815" cy="1138428"/>
          </a:xfrm>
          <a:prstGeom prst="roundRect">
            <a:avLst>
              <a:gd name="adj" fmla="val 803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417320"/>
            <a:ext cx="4693615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is tiny: </a:t>
            </a:r>
            <a:pPr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endpoint, plus the type that comes back. All the hard work happens in api.ts.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0068"/>
            <a:ext cx="11094415" cy="2697480"/>
          </a:xfrm>
          <a:prstGeom prst="roundRect">
            <a:avLst>
              <a:gd name="adj" fmla="val 2712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0068"/>
            <a:ext cx="11094415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94660"/>
            <a:ext cx="11094415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830068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index.tsx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src/app/(tabs)/bookings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" y="3463290"/>
            <a:ext cx="11021263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4167378"/>
            <a:ext cx="11021263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287268"/>
            <a:ext cx="3657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261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263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285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286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287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288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289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290</a:t>
            </a:r>
            <a:endParaRPr lang="en-US" sz="1050" dirty="0"/>
          </a:p>
          <a:p>
            <a:pPr algn="r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87268"/>
            <a:ext cx="10362895" cy="211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}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vacancies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myShiftsForExclusion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=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getVacancies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getMyShifts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()]);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setMyShifts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myShiftsForExclusion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assignedShiftIds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myShiftsForExclusion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=&gt;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shiftId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useFocusEffect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useCallback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 =&gt; {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alreadyLoadedThisTab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hasLoadedTab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hasLoadedTab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=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alreadyLoadedThisTab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?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"silent"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: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"initial"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}, [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118229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411822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414141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34141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801868"/>
            <a:ext cx="3515258" cy="644652"/>
          </a:xfrm>
          <a:prstGeom prst="roundRect">
            <a:avLst>
              <a:gd name="adj" fmla="val 1418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968746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9687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801868"/>
            <a:ext cx="269229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on focus.  </a:t>
            </a:r>
            <a:pPr indent="0" marL="0"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back to the screen reloads it.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38218" y="5801868"/>
            <a:ext cx="3515258" cy="644652"/>
          </a:xfrm>
          <a:prstGeom prst="roundRect">
            <a:avLst>
              <a:gd name="adj" fmla="val 1418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1098" y="5968746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21098" y="59687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60010" y="5801868"/>
            <a:ext cx="269229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requests at once.  </a:t>
            </a:r>
            <a:pPr indent="0" marL="0"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Vacancies and my shifts load in parallel.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27797" y="5801868"/>
            <a:ext cx="3515258" cy="644652"/>
          </a:xfrm>
          <a:prstGeom prst="roundRect">
            <a:avLst>
              <a:gd name="adj" fmla="val 1418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56397" y="5801868"/>
            <a:ext cx="2692298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Redux.  </a:t>
            </a:r>
            <a:pPr indent="0" marL="0"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 owns its state. The server is the truth.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 THE SOURCE OF TRUTH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booking, re-fetch instead of guessing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726680" cy="3904488"/>
          </a:xfrm>
          <a:prstGeom prst="roundRect">
            <a:avLst>
              <a:gd name="adj" fmla="val 187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772668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772668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index.tsx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src/app/(tabs)/bookings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281428"/>
            <a:ext cx="7653528" cy="30175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2884932"/>
            <a:ext cx="765352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3186684"/>
            <a:ext cx="765352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3941064"/>
            <a:ext cx="765352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828800"/>
            <a:ext cx="36576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828800"/>
            <a:ext cx="6995160" cy="3319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() =&gt;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setBooking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bookVacancy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shiftId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"Shift booked"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 now in your My Shifts."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SessionExpiredError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 shift error"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BookingRejectedError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showErrorToast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"Couldn't book this shift"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backendMessage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??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 may have just filled up or is no longer available."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showErrorToast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"Couldn't book this shift"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"Something went wrong. Try again in a moment."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setBooking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370582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3705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23210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28232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24962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31249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49640" y="1371600"/>
            <a:ext cx="3093415" cy="1417320"/>
          </a:xfrm>
          <a:prstGeom prst="roundRect">
            <a:avLst>
              <a:gd name="adj" fmla="val 64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2520" y="15544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325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1499616"/>
            <a:ext cx="2307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Re-fetch both lists. The response doesn't carry new counts, so we don't guess.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49640" y="2971800"/>
            <a:ext cx="3093415" cy="1417320"/>
          </a:xfrm>
          <a:prstGeom prst="roundRect">
            <a:avLst>
              <a:gd name="adj" fmla="val 64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31546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3252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3099816"/>
            <a:ext cx="2307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expired?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nothing. The wrapper has already sent the user to log in.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9640" y="4572000"/>
            <a:ext cx="3093415" cy="1417320"/>
          </a:xfrm>
          <a:prstGeom prst="roundRect">
            <a:avLst>
              <a:gd name="adj" fmla="val 64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47548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3252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4700016"/>
            <a:ext cx="2307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(400, 404, 409)?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may have taken the last spot. Explain why, then re-fetch to drop the stale card.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TRAINER DEVICE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trainer session never survives a restart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2898648"/>
          </a:xfrm>
          <a:prstGeom prst="roundRect">
            <a:avLst>
              <a:gd name="adj" fmla="val 252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1094415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11094415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_layout.tsx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792730"/>
            <a:ext cx="11021263" cy="578358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36576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r"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28800"/>
            <a:ext cx="10362895" cy="2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 =&gt; 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() =&gt; 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getToken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&amp;&amp; 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getSessionRole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 ===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"trainer"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clearToken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}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setSessionCheck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?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"authenticated"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: 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"unauthenticated"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 []);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751963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7519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90288"/>
            <a:ext cx="5410048" cy="1463040"/>
          </a:xfrm>
          <a:prstGeom prst="roundRect">
            <a:avLst>
              <a:gd name="adj" fmla="val 625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73168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718304"/>
            <a:ext cx="46236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is saved with the token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app launches it checks the role. A trainer session is cleared, never restored.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33008" y="4590288"/>
            <a:ext cx="5410048" cy="1463040"/>
          </a:xfrm>
          <a:prstGeom prst="roundRect">
            <a:avLst>
              <a:gd name="adj" fmla="val 6250"/>
            </a:avLst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5888" y="4773168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7620" y="4914900"/>
            <a:ext cx="283464" cy="28346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147408" y="4727448"/>
            <a:ext cx="403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share one tablet. Whoever picks it up next must not open the app still signed in as a trainer.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TRAINER DEVICE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means logging out, and sign-offs can't be faked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3611118"/>
          </a:xfrm>
          <a:prstGeom prst="roundRect">
            <a:avLst>
              <a:gd name="adj" fmla="val 202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722376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722376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useTrainerSignOut.ts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src/utils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2625090"/>
            <a:ext cx="7150608" cy="159258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4058412"/>
            <a:ext cx="7150608" cy="159258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28800"/>
            <a:ext cx="365760" cy="302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28800"/>
            <a:ext cx="6492240" cy="302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useCallback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() =&gt;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setSignedOut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 []);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usePreventRemove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isFocused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&amp;&amp; !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({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}) =&gt;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isBackAction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confirmOnBack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 Out"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 you sure you want to log out?"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[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"Cancel"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"cancel"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},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 Out"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"destructive"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onPress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signOut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},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567559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5675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000881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40008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11318"/>
            <a:ext cx="7223760" cy="1062990"/>
          </a:xfrm>
          <a:prstGeom prst="roundRect">
            <a:avLst>
              <a:gd name="adj" fmla="val 6882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211318"/>
            <a:ext cx="722376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375910"/>
            <a:ext cx="722376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521131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src/services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216" y="5827776"/>
            <a:ext cx="7150608" cy="159258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5668518"/>
            <a:ext cx="365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668518"/>
            <a:ext cx="6492240" cy="47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signOffTrainingSkill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skillId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`/api/training/volunteers/${userId}/sign-off`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{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skillId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5770245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57702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1371600"/>
            <a:ext cx="3596335" cy="1280160"/>
          </a:xfrm>
          <a:prstGeom prst="roundRect">
            <a:avLst>
              <a:gd name="adj" fmla="val 714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5544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68512" y="1499616"/>
            <a:ext cx="280995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back swipe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usePreventRemove stops the iOS swipe and Android Back on the dashboard.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2834640"/>
            <a:ext cx="3596335" cy="1280160"/>
          </a:xfrm>
          <a:prstGeom prst="roundRect">
            <a:avLst>
              <a:gd name="adj" fmla="val 714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01752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68512" y="2962656"/>
            <a:ext cx="280995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to log out first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runs the real logout. Cancel keeps the trainer where they are.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46720" y="5211318"/>
            <a:ext cx="3596335" cy="1062990"/>
          </a:xfrm>
          <a:prstGeom prst="roundRect">
            <a:avLst>
              <a:gd name="adj" fmla="val 860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5394198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53941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668512" y="5339334"/>
            <a:ext cx="2809951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skill ID is sent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reads who signed off from the token, so the app can't spoof it.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DETAILS, REAL BUGS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in local time, and no saving over real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309360" cy="1188720"/>
          </a:xfrm>
          <a:prstGeom prst="roundRect">
            <a:avLst>
              <a:gd name="adj" fmla="val 615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30936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630936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3716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dateBuckets.ts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src/utils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" y="1979676"/>
            <a:ext cx="6236208" cy="30175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28800"/>
            <a:ext cx="5577840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parseLocalDate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dateStr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=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dateStr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||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-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||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68830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0688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6309360" cy="2093976"/>
          </a:xfrm>
          <a:prstGeom prst="roundRect">
            <a:avLst>
              <a:gd name="adj" fmla="val 349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88920"/>
            <a:ext cx="630936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53512"/>
            <a:ext cx="630936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7889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timeSlot.ts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src/utils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" y="3849624"/>
            <a:ext cx="623620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246120"/>
            <a:ext cx="365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557784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hasShiftEnded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shiftDate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timeSlot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169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/^(\d{2}):(\d{2})-(\d{2}):(\d{2})$/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timeSlot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parseLocalDate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shiftDate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setHours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setHours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getTime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 &lt;= 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787902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37879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371600"/>
            <a:ext cx="4510735" cy="2018538"/>
          </a:xfrm>
          <a:prstGeom prst="roundRect">
            <a:avLst>
              <a:gd name="adj" fmla="val 362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1371600"/>
            <a:ext cx="4510735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536192"/>
            <a:ext cx="4510735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1371600"/>
            <a:ext cx="4236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profile.tsx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src/app/(tabs)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68896" y="2465832"/>
            <a:ext cx="4437583" cy="159258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68896" y="3102864"/>
            <a:ext cx="4437583" cy="159258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0" y="1828800"/>
            <a:ext cx="365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50" dirty="0"/>
          </a:p>
          <a:p>
            <a:pPr algn="r"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1828800"/>
            <a:ext cx="3779215" cy="1433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[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loadError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setLoadError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 =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logError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"Load profile error"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setLoadError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handleSave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() =&gt; {</a:t>
            </a:r>
            <a:endParaRPr lang="en-US" sz="950" dirty="0"/>
          </a:p>
          <a:p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||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loadError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254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95160" y="3045333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95160" y="30453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3618738"/>
            <a:ext cx="4510735" cy="820674"/>
          </a:xfrm>
          <a:prstGeom prst="roundRect">
            <a:avLst>
              <a:gd name="adj" fmla="val 1114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3801618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0" y="38016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754112" y="3746754"/>
            <a:ext cx="3724351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"2026-10-05" parsed as UTC can show as the day before. We build the date in local time.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32320" y="4622292"/>
            <a:ext cx="4510735" cy="820674"/>
          </a:xfrm>
          <a:prstGeom prst="roundRect">
            <a:avLst>
              <a:gd name="adj" fmla="val 1114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480517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0" y="48051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754112" y="4750308"/>
            <a:ext cx="3724351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 means its end time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morning shift that ended at 13:00 isn't still "upcoming" at 18:00.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132320" y="5625846"/>
            <a:ext cx="4510735" cy="820674"/>
          </a:xfrm>
          <a:prstGeom prst="roundRect">
            <a:avLst>
              <a:gd name="adj" fmla="val 1114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5808726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0" y="58087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754112" y="5753862"/>
            <a:ext cx="3724351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 after a failed load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replaces the whole profile, so an empty form could wipe real details. Availability works the same way.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and React Native Testing Library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31720" cy="1508760"/>
          </a:xfrm>
          <a:prstGeom prst="roundRect">
            <a:avLst>
              <a:gd name="adj" fmla="val 727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463040"/>
            <a:ext cx="2331720" cy="1508760"/>
          </a:xfrm>
          <a:prstGeom prst="roundRect">
            <a:avLst>
              <a:gd name="adj" fmla="val 727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554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2331720" cy="1508760"/>
          </a:xfrm>
          <a:prstGeom prst="roundRect">
            <a:avLst>
              <a:gd name="adj" fmla="val 7273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554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7452360" cy="1691640"/>
          </a:xfrm>
          <a:prstGeom prst="roundRect">
            <a:avLst>
              <a:gd name="adj" fmla="val 4324"/>
            </a:avLst>
          </a:prstGeom>
          <a:solidFill>
            <a:srgbClr val="0C0C0C"/>
          </a:solidFill>
          <a:ln w="9525">
            <a:solidFill>
              <a:srgbClr val="3333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91840"/>
            <a:ext cx="745236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456432"/>
            <a:ext cx="745236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2918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49040"/>
            <a:ext cx="7086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 jest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 Suites: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 passed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22 total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      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 passed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120 total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        10.738 s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 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 tsc --noEmit</a:t>
            </a:r>
            <a:endParaRPr lang="en-US" sz="1100" dirty="0"/>
          </a:p>
          <a:p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 output: no type errors)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146304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D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__tests__/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1874520"/>
            <a:ext cx="3322015" cy="822960"/>
          </a:xfrm>
          <a:prstGeom prst="roundRect">
            <a:avLst>
              <a:gd name="adj" fmla="val 888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0" y="1947672"/>
            <a:ext cx="29562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and API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api, bookVacancy, session, timeUtils, toast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2862072"/>
            <a:ext cx="3322015" cy="1344168"/>
          </a:xfrm>
          <a:prstGeom prst="roundRect">
            <a:avLst>
              <a:gd name="adj" fmla="val 544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0" y="2935224"/>
            <a:ext cx="295625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AvailableShifts, HomeScreen, HoursScreen, LoginScreen, NotificationsScreen, ProfileScreen, RequestChange, SubmitAvailability, TrainerDashboard, TrainingScreen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4370832"/>
            <a:ext cx="3322015" cy="822960"/>
          </a:xfrm>
          <a:prstGeom prst="roundRect">
            <a:avLst>
              <a:gd name="adj" fmla="val 888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03920" y="4443984"/>
            <a:ext cx="29562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MyShiftCard, SelectDropdown, BannerOverscroll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21040" y="5358384"/>
            <a:ext cx="3322015" cy="822960"/>
          </a:xfrm>
          <a:prstGeom prst="roundRect">
            <a:avLst>
              <a:gd name="adj" fmla="val 888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5431536"/>
            <a:ext cx="29562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crashes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Navigation, TrainerNavigation, ErrorBoundary, ErrorBoundaryRouting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57800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tests run the real tab and stack layouts, not mocks.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the server stays the source of truth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214884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245059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6060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19072" y="2286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retries and an offline view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434840" y="214884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36008" y="245059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60604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22392" y="2286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banner component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duplicated wave banner code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214884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339328" y="245059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60604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25712" y="2286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end-to-end tests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taps and gestures on iOS and Android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" y="3794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 the Hood: The Volunteer App Frontend</dc:title>
  <dc:subject>PptxGenJS Presentation</dc:subject>
  <dc:creator>PptxGenJS</dc:creator>
  <cp:lastModifiedBy>PptxGenJS</cp:lastModifiedBy>
  <cp:revision>1</cp:revision>
  <dcterms:created xsi:type="dcterms:W3CDTF">2026-10-01T15:53:52Z</dcterms:created>
  <dcterms:modified xsi:type="dcterms:W3CDTF">2026-10-01T15:53:52Z</dcterms:modified>
</cp:coreProperties>
</file>